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Assignment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AI for Undefined Behaviour Detection in C/C++ Programs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Compiler Design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UB in C/C++ enables aggressive compiler optimizations.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Question: can an LLM detect UB and explain it before optimization changes behavior?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What is UB?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Examples: signed overflow, null dereference, invalid shifts, OOB access, UAF.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Compilers assume UB does not happen.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This can remove branches and change program behavior.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Identify UB patterns.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Explain why they are UB.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Predict LLVM optimization effects.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Compare LLM vs existing tools.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Benchmark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10 UB programs.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3 safe programs for false-positive checks.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One main UB class per benchmark.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LLVM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Compile each benchmark at O0 and O2.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Generate LLVM IR and assembly.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Diff outputs to show optimizer effects.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Signed Overflow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O0 and O2 build the same source differently.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If x + 1 &gt; x, LLVM may assume no signed overflow.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The branch can disappear under optimization.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Tools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UBSan + ASan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Clang warnings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clang-tidy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cppcheck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Gemini 2.5 Flash for LLM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UBSan: 8/10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Clang warnings: 4/10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clang-tidy: 7/10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cppcheck: 8/10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LLM detection: 10/10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LLM was strongest for detection on this benchmark set.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LLM explanations were mixed on some cases.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No single traditional tool covered all UB classes.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Strengths and Weaknesses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LLM strengths: semantic reasoning, flexible explanations.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LLM weaknesses: no formal guarantee, some inconsistent explanations.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Static tools: precise on known patterns but incomplete.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Hybrid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Fast static filter.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Deep static analysis.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LLM semantic review.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UBSan runtime validation.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Hybrid approach is the best practical outcome.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Traditional tools + LLM gives better coverage than any single method.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Larger benchmark set.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More compilers and optimization levels.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Confidence scoring and better LLM calibration.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2850"/>
                </a:solidFill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Thank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237744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